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B323F-3A82-24E9-A177-DAAC111121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880CD8-9A2C-2996-9259-E9F69C5F71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BF4C2-1C82-D12D-6E32-C995899E2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AAA22-39B1-C94A-9612-0C7D92E6A935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BB878-10ED-2B65-7176-442206143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72711-E4C8-DE69-373A-DA9018F68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5CCF2-A83F-5C4B-B142-7987EEC1C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278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A953A-1C5B-5070-633C-A675D6A07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FCC9C-4032-0755-72CA-1648C066D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4CCC9-12E8-342F-C9DF-F32E725A0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AAA22-39B1-C94A-9612-0C7D92E6A935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4310C-D60D-9364-8F74-95CED24AC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0C51C-C46B-94DB-2AC4-001DE8C98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5CCF2-A83F-5C4B-B142-7987EEC1C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932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82516-8F6E-B4F9-F4C4-976A817AA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B4AE8E-9C7A-F35B-9F12-1A69E28A5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50CC5-D4A2-5A4C-9AB3-550ED2EDD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AAA22-39B1-C94A-9612-0C7D92E6A935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9AEFB-3101-CEB4-B2D3-6267CBA66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C15DA-D6F1-8B42-1907-3EDEF7720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5CCF2-A83F-5C4B-B142-7987EEC1C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903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DA314-0EEB-577F-9733-5B79C1DBE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D6626-A6B2-4785-61B4-70D99E0E23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B97A4F-B6A9-33B2-046A-5AD205855C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D56DA7-4E12-4467-4E51-9617A37EA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AAA22-39B1-C94A-9612-0C7D92E6A935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C58CDF-B062-C837-1158-3A534EE0E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FED70A-25C4-E556-38D1-7C32ACA33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5CCF2-A83F-5C4B-B142-7987EEC1C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481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7219D-5F59-879A-4914-CA4F2EFCC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EFD0D3-1395-EB58-4FF6-D9A6B28ED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63E45C-A0EA-5B65-B118-0CD97581A4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C949F8-3269-8C13-0A71-9BD4FD1FCA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5AB80D-DF8A-49B1-B829-F21F69899C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B7B53-5236-6C96-306C-B4639CB2A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AAA22-39B1-C94A-9612-0C7D92E6A935}" type="datetimeFigureOut">
              <a:rPr lang="en-US" smtClean="0"/>
              <a:t>10/7/26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9D8BB7-CA9F-F879-1077-753A40928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DC239A-2336-4948-AD63-FD10777C3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5CCF2-A83F-5C4B-B142-7987EEC1C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613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21069-320E-63F7-F50D-EE7594577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F60A21-3F51-701B-D898-022E17B80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AAA22-39B1-C94A-9612-0C7D92E6A935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DB9847-E065-2E17-7560-6A9982FCD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6DFA58-1250-7B24-32AD-03757746A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5CCF2-A83F-5C4B-B142-7987EEC1C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915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74C63-E32E-BAC6-5DD1-E008627E4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AAA22-39B1-C94A-9612-0C7D92E6A935}" type="datetimeFigureOut">
              <a:rPr lang="en-US" smtClean="0"/>
              <a:t>10/7/26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EF8928-BF08-4AA7-8D42-4AA797AB2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EF2ADC-0281-E542-66E4-B4F70ED62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5CCF2-A83F-5C4B-B142-7987EEC1C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08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06F4D-4AEC-259A-C2DB-FE3BB75B7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EC909-EB97-B792-885E-1FFA709EB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E2776-58DA-A407-BB32-2E6526C9D1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AF17F4-7870-61DF-1973-D8964EDC3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AAA22-39B1-C94A-9612-0C7D92E6A935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2A4CB3-7BE9-6761-5C11-54AE001C2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0C6A61-AC1C-6074-AD7C-75CEDEF4E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5CCF2-A83F-5C4B-B142-7987EEC1C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405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A04B0-1802-261C-4601-EC5D32D15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734D41-FBC2-1E6F-AF35-ECAE9FF302B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A828DE-A385-D941-D30F-950EA8D913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69C50-A83D-44C5-2ABB-41C5D1664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AAA22-39B1-C94A-9612-0C7D92E6A935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879865-FC6E-5A6C-CD8C-8524D03B5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3E902-8842-7322-94D6-E4A7741E7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5CCF2-A83F-5C4B-B142-7987EEC1C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263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0EFB2-ADBD-EF07-5566-FCB92250E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E4E38A-7668-6329-BFBC-6714A074DB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716D9-DB6B-339E-53B4-EEF604F88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AAA22-39B1-C94A-9612-0C7D92E6A935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00B2E-83ED-A81C-05BF-1F6EB20A6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65604-65EE-E60F-85E8-C72E401BC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5CCF2-A83F-5C4B-B142-7987EEC1C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644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7E010C-0276-59A7-8EC1-92B5F888F1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204C4B-06BB-CBC7-1A57-7F75E764E8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E6569-AE30-209C-C9EC-DE934F54F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AAA22-39B1-C94A-9612-0C7D92E6A935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84625-C926-9233-1027-26496625F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653A2-E72E-E61F-31B1-B2AD0436B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45CCF2-A83F-5C4B-B142-7987EEC1C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193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121C70-59BD-05E3-1BE1-AF1C55070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E670F9-F7AC-43C0-CA87-F7F3ACEA7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51EA3-E5F1-1070-D4D1-B2F810161A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4AAA22-39B1-C94A-9612-0C7D92E6A935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A4166-38D4-BE82-0F76-CC5EA49328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1E97C-1F6B-6DA5-6A08-1DAE91B1F2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45CCF2-A83F-5C4B-B142-7987EEC1C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0202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DCDCF6-BF32-7E4D-D59A-EE8F333A8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694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Gang He</dc:creator>
  <cp:lastModifiedBy>Gang He</cp:lastModifiedBy>
  <cp:revision>1</cp:revision>
  <dcterms:created xsi:type="dcterms:W3CDTF">2026-10-07T14:09:32Z</dcterms:created>
  <dcterms:modified xsi:type="dcterms:W3CDTF">2026-10-07T14:13:17Z</dcterms:modified>
</cp:coreProperties>
</file>